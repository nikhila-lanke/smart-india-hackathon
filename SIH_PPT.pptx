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Libre Franklin"/>
      <p:regular r:id="rId9"/>
      <p:bold r:id="rId10"/>
      <p:italic r:id="rId11"/>
      <p:boldItalic r:id="rId12"/>
    </p:embeddedFont>
    <p:embeddedFont>
      <p:font typeface="Roboto"/>
      <p:regular r:id="rId13"/>
      <p:bold r:id="rId14"/>
      <p:italic r:id="rId15"/>
      <p:boldItalic r:id="rId16"/>
    </p:embeddedFont>
    <p:embeddedFont>
      <p:font typeface="Franklin Gothic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Franklin-italic.fntdata"/><Relationship Id="rId10" Type="http://schemas.openxmlformats.org/officeDocument/2006/relationships/font" Target="fonts/LibreFranklin-bold.fntdata"/><Relationship Id="rId13" Type="http://schemas.openxmlformats.org/officeDocument/2006/relationships/font" Target="fonts/Roboto-regular.fntdata"/><Relationship Id="rId12" Type="http://schemas.openxmlformats.org/officeDocument/2006/relationships/font" Target="fonts/LibreFranklin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LibreFranklin-regular.fntdata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FranklinGothic-bold.fnt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b="1" i="0" sz="60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" name="Google Shape;17;p2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2"/>
          <p:cNvSpPr txBox="1"/>
          <p:nvPr>
            <p:ph idx="1" type="body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22" name="Google Shape;22;p2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3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3"/>
          <p:cNvSpPr/>
          <p:nvPr>
            <p:ph idx="2" type="pic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0" name="Google Shape;30;p3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">
  <p:cSld name="Summary 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7" name="Google Shape;37;p4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39" name="Google Shape;39;p4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4"/>
          <p:cNvSpPr txBox="1"/>
          <p:nvPr>
            <p:ph idx="2" type="body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3" type="body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4" type="body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5" type="body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6" type="body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"/>
          <p:cNvSpPr txBox="1"/>
          <p:nvPr>
            <p:ph idx="7" type="body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"/>
          <p:cNvSpPr txBox="1"/>
          <p:nvPr>
            <p:ph idx="8" type="body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"/>
          <p:cNvSpPr txBox="1"/>
          <p:nvPr>
            <p:ph idx="9" type="body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"/>
          <p:cNvSpPr txBox="1"/>
          <p:nvPr>
            <p:ph idx="13" type="body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5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5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5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4" name="Google Shape;64;p5"/>
          <p:cNvSpPr txBox="1"/>
          <p:nvPr>
            <p:ph idx="1" type="body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2" type="body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6" name="Google Shape;66;p5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p5"/>
          <p:cNvSpPr txBox="1"/>
          <p:nvPr>
            <p:ph idx="3" type="body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4" type="body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9" name="Google Shape;69;p5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" name="Google Shape;70;p5"/>
          <p:cNvSpPr txBox="1"/>
          <p:nvPr>
            <p:ph idx="5" type="body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6" type="body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2" name="Google Shape;72;p5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" name="Google Shape;73;p5"/>
          <p:cNvSpPr txBox="1"/>
          <p:nvPr>
            <p:ph idx="7" type="body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idx="8" type="body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5" name="Google Shape;75;p5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6" name="Google Shape;76;p5"/>
          <p:cNvSpPr txBox="1"/>
          <p:nvPr>
            <p:ph idx="9" type="body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idx="13" type="body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">
  <p:cSld name="Break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>
            <p:ph idx="2" type="pic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6"/>
          <p:cNvSpPr txBox="1"/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b="1" i="0" sz="410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4" name="Google Shape;84;p6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5" name="Google Shape;85;p6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6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6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/>
          <p:nvPr>
            <p:ph idx="2" type="chart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b="0" i="0" sz="2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9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en-US" sz="20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9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9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9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9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0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0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0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0"/>
          <p:cNvSpPr/>
          <p:nvPr>
            <p:ph idx="2" type="pic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0"/>
          <p:cNvSpPr txBox="1"/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0" name="Google Shape;120;p10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cap="flat" cmpd="sng" w="1016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10"/>
          <p:cNvSpPr/>
          <p:nvPr>
            <p:ph idx="3" type="pic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0"/>
          <p:cNvSpPr txBox="1"/>
          <p:nvPr>
            <p:ph idx="1" type="body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0"/>
          <p:cNvSpPr txBox="1"/>
          <p:nvPr>
            <p:ph idx="4" type="body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0"/>
          <p:cNvSpPr txBox="1"/>
          <p:nvPr>
            <p:ph idx="5" type="body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0"/>
          <p:cNvSpPr txBox="1"/>
          <p:nvPr>
            <p:ph idx="6" type="body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0"/>
          <p:cNvSpPr txBox="1"/>
          <p:nvPr>
            <p:ph idx="7" type="body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0"/>
          <p:cNvSpPr txBox="1"/>
          <p:nvPr>
            <p:ph idx="8" type="body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0"/>
          <p:cNvSpPr txBox="1"/>
          <p:nvPr>
            <p:ph idx="9" type="body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10"/>
          <p:cNvSpPr txBox="1"/>
          <p:nvPr>
            <p:ph idx="13" type="body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0" name="Google Shape;130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0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0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0"/>
          <p:cNvSpPr/>
          <p:nvPr>
            <p:ph idx="14" type="pic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0"/>
          <p:cNvSpPr/>
          <p:nvPr>
            <p:ph idx="15" type="pic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0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">
  <p:cSld name="Timeline "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1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3" name="Google Shape;143;p11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11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5" name="Google Shape;145;p11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cap="flat" cmpd="sng" w="165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11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1"/>
          <p:cNvSpPr txBox="1"/>
          <p:nvPr>
            <p:ph idx="2" type="body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1"/>
          <p:cNvSpPr txBox="1"/>
          <p:nvPr>
            <p:ph idx="3" type="body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1"/>
          <p:cNvSpPr txBox="1"/>
          <p:nvPr>
            <p:ph idx="4" type="body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1"/>
          <p:cNvSpPr txBox="1"/>
          <p:nvPr>
            <p:ph idx="5" type="body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1"/>
          <p:cNvSpPr txBox="1"/>
          <p:nvPr>
            <p:ph idx="6" type="body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1"/>
          <p:cNvSpPr txBox="1"/>
          <p:nvPr>
            <p:ph idx="7" type="body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11"/>
          <p:cNvSpPr txBox="1"/>
          <p:nvPr>
            <p:ph idx="8" type="body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 sz="18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55" name="Google Shape;155;p11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cap="flat" cmpd="sng" w="1651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11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1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1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">
  <p:cSld name="2 Col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2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2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2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2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2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9" name="Google Shape;169;p12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1" name="Google Shape;171;p12"/>
          <p:cNvSpPr txBox="1"/>
          <p:nvPr>
            <p:ph idx="2" type="body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2" name="Google Shape;172;p12"/>
          <p:cNvSpPr txBox="1"/>
          <p:nvPr>
            <p:ph idx="3" type="body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12"/>
          <p:cNvSpPr txBox="1"/>
          <p:nvPr>
            <p:ph idx="4" type="body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74" name="Google Shape;174;p12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12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">
  <p:cSld name="3 col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3"/>
          <p:cNvGrpSpPr/>
          <p:nvPr/>
        </p:nvGrpSpPr>
        <p:grpSpPr>
          <a:xfrm flipH="1" rot="5400000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3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3"/>
          <p:cNvSpPr txBox="1"/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4" name="Google Shape;184;p13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5" name="Google Shape;185;p13"/>
          <p:cNvSpPr txBox="1"/>
          <p:nvPr>
            <p:ph idx="1" type="body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6" name="Google Shape;186;p13"/>
          <p:cNvSpPr txBox="1"/>
          <p:nvPr>
            <p:ph idx="2" type="body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3"/>
          <p:cNvSpPr txBox="1"/>
          <p:nvPr>
            <p:ph idx="3" type="body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88" name="Google Shape;188;p13"/>
          <p:cNvSpPr txBox="1"/>
          <p:nvPr>
            <p:ph idx="4" type="body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13"/>
          <p:cNvSpPr txBox="1"/>
          <p:nvPr>
            <p:ph idx="5" type="body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0" name="Google Shape;190;p13"/>
          <p:cNvSpPr txBox="1"/>
          <p:nvPr>
            <p:ph idx="6" type="body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1" name="Google Shape;191;p13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2" name="Google Shape;192;p13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p13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3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3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"/>
          <p:cNvSpPr txBox="1"/>
          <p:nvPr>
            <p:ph idx="1" type="body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 sz="16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14"/>
          <p:cNvSpPr txBox="1"/>
          <p:nvPr>
            <p:ph idx="2" type="subTitle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9" name="Google Shape;199;p14"/>
          <p:cNvSpPr txBox="1"/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0" name="Google Shape;200;p14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1" name="Google Shape;201;p14"/>
          <p:cNvSpPr/>
          <p:nvPr>
            <p:ph idx="3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4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4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" type="body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b="1" i="0" sz="44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vrsiddhartha.ac.in/cse/wp-content/uploads/2023/08/N-Krishna-Santosh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/>
          <p:nvPr>
            <p:ph type="ctrTitle"/>
          </p:nvPr>
        </p:nvSpPr>
        <p:spPr>
          <a:xfrm>
            <a:off x="5250250" y="148175"/>
            <a:ext cx="6461700" cy="11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b="1" lang="en-US" sz="3400"/>
              <a:t>Basic Details of the Team and Problem Statement</a:t>
            </a:r>
            <a:endParaRPr sz="3400"/>
          </a:p>
        </p:txBody>
      </p:sp>
      <p:sp>
        <p:nvSpPr>
          <p:cNvPr id="211" name="Google Shape;211;p15"/>
          <p:cNvSpPr txBox="1"/>
          <p:nvPr>
            <p:ph idx="1" type="body"/>
          </p:nvPr>
        </p:nvSpPr>
        <p:spPr>
          <a:xfrm>
            <a:off x="4857050" y="1174050"/>
            <a:ext cx="7101300" cy="55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  <a:t>Ministry/Organization Name/Student Innovation: </a:t>
            </a:r>
            <a:endParaRPr sz="190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9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Ministry of Jal Shakti</a:t>
            </a:r>
            <a:endParaRPr sz="19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  <a:t>PS Code: </a:t>
            </a:r>
            <a:r>
              <a:rPr lang="en-US" sz="190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1291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  <a:t>   </a:t>
            </a:r>
            <a:b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  <a:t>Problem Statement Title: </a:t>
            </a:r>
            <a:r>
              <a:rPr lang="en-US" sz="190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mobile app that crowd-</a:t>
            </a:r>
            <a:r>
              <a:rPr lang="en-US" sz="190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sources</a:t>
            </a:r>
            <a:r>
              <a:rPr lang="en-US" sz="190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water-related problems from around a community, open sources data, etc and display them on a map.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  <a:t>Team Name: </a:t>
            </a:r>
            <a:r>
              <a:rPr lang="en-US" sz="19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VR Wizards </a:t>
            </a:r>
            <a:endParaRPr sz="1900">
              <a:solidFill>
                <a:schemeClr val="dk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  <a:t>Team Leader Name: </a:t>
            </a:r>
            <a:r>
              <a:rPr lang="en-US" sz="190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Lanke Nikhila</a:t>
            </a:r>
            <a:endParaRPr sz="19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  <a:t>Institute Code (AISHE): </a:t>
            </a:r>
            <a:r>
              <a:rPr lang="en-US" sz="19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C-18010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  <a:t>Institute Name: </a:t>
            </a:r>
            <a:r>
              <a:rPr lang="en-US" sz="1900">
                <a:solidFill>
                  <a:srgbClr val="00000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Velagapudi Ramakrishna Siddhartha engineering College</a:t>
            </a:r>
            <a:endParaRPr sz="1900"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900">
                <a:latin typeface="Franklin Gothic"/>
                <a:ea typeface="Franklin Gothic"/>
                <a:cs typeface="Franklin Gothic"/>
                <a:sym typeface="Franklin Gothic"/>
              </a:rPr>
              <a:t>Theme Name: </a:t>
            </a:r>
            <a:r>
              <a:rPr lang="en-US" sz="19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Disaster Management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475" y="252206"/>
            <a:ext cx="3330245" cy="1670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title"/>
          </p:nvPr>
        </p:nvSpPr>
        <p:spPr>
          <a:xfrm>
            <a:off x="214200" y="1077650"/>
            <a:ext cx="569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Idea</a:t>
            </a:r>
            <a:r>
              <a:rPr lang="en-US"/>
              <a:t>/Approach</a:t>
            </a:r>
            <a:r>
              <a:rPr lang="en-US"/>
              <a:t> Details</a:t>
            </a:r>
            <a:endParaRPr/>
          </a:p>
        </p:txBody>
      </p:sp>
      <p:sp>
        <p:nvSpPr>
          <p:cNvPr id="218" name="Google Shape;218;p16"/>
          <p:cNvSpPr txBox="1"/>
          <p:nvPr>
            <p:ph idx="12" type="sldNum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6494700" y="138625"/>
            <a:ext cx="306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FLOW CHART: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7066650" y="3820775"/>
            <a:ext cx="5036100" cy="266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TECHNOLOGY STACK:</a:t>
            </a:r>
            <a:endParaRPr b="1" i="0" sz="1400" u="none" cap="none" strike="noStrike">
              <a:solidFill>
                <a:srgbClr val="00000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➢"/>
            </a:pP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Mobile Application - Flutter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➢"/>
            </a:pP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Heat map generation - Google map API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➢"/>
            </a:pP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Feature extraction- Computer Vision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➢"/>
            </a:pP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Classification &amp; categorization- 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deep learning models (CNN) in tensorflow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➢"/>
            </a:pP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Location sensing- Event Handler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➢"/>
            </a:pP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Alert Notification- Geofencing, alerting algorithms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1" name="Google Shape;221;p16"/>
          <p:cNvSpPr txBox="1"/>
          <p:nvPr/>
        </p:nvSpPr>
        <p:spPr>
          <a:xfrm>
            <a:off x="214200" y="2041875"/>
            <a:ext cx="5691300" cy="3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IDEA / SOLUTION :</a:t>
            </a:r>
            <a:endParaRPr b="1" sz="1600">
              <a:solidFill>
                <a:schemeClr val="l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Libre Franklin"/>
                <a:ea typeface="Libre Franklin"/>
                <a:cs typeface="Libre Franklin"/>
                <a:sym typeface="Libre Franklin"/>
              </a:rPr>
              <a:t>I</a:t>
            </a:r>
            <a:r>
              <a:rPr lang="en-US" sz="1600">
                <a:latin typeface="Libre Franklin"/>
                <a:ea typeface="Libre Franklin"/>
                <a:cs typeface="Libre Franklin"/>
                <a:sym typeface="Libre Franklin"/>
              </a:rPr>
              <a:t>mplementation of a mobile app that crowd-sources </a:t>
            </a:r>
            <a:endParaRPr sz="16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Libre Franklin"/>
                <a:ea typeface="Libre Franklin"/>
                <a:cs typeface="Libre Franklin"/>
                <a:sym typeface="Libre Franklin"/>
              </a:rPr>
              <a:t>users water problems and display them on map.</a:t>
            </a:r>
            <a:endParaRPr sz="16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❖"/>
            </a:pP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</a:t>
            </a: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eatmaps generation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using the Google Maps API  to know the water problems in a society.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❖"/>
            </a:pP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Categorizing and indicating of problem on heat map through </a:t>
            </a: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computer-vision, CNN and location sensing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❖"/>
            </a:pP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Informing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the concerned Authorities about problems through </a:t>
            </a: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event handling mechanisms</a:t>
            </a:r>
            <a:endParaRPr b="1"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❖"/>
            </a:pP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Alerting 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people in an area about the disaster through </a:t>
            </a: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Geo-Fencing</a:t>
            </a:r>
            <a:endParaRPr b="1"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2731675" y="5249475"/>
            <a:ext cx="3902700" cy="15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PRODUCT STATUS :</a:t>
            </a:r>
            <a:endParaRPr b="1" sz="1600">
              <a:solidFill>
                <a:schemeClr val="l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35% product is built  and further build is on progress. validation, database integrity and Testing process are next to be undergone</a:t>
            </a:r>
            <a:endParaRPr sz="13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23" name="Google Shape;22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611" y="608756"/>
            <a:ext cx="6197174" cy="2668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 txBox="1"/>
          <p:nvPr>
            <p:ph type="title"/>
          </p:nvPr>
        </p:nvSpPr>
        <p:spPr>
          <a:xfrm>
            <a:off x="380999" y="265446"/>
            <a:ext cx="57807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29" name="Google Shape;229;p17"/>
          <p:cNvSpPr txBox="1"/>
          <p:nvPr>
            <p:ph idx="2" type="body"/>
          </p:nvPr>
        </p:nvSpPr>
        <p:spPr>
          <a:xfrm>
            <a:off x="933450" y="1459919"/>
            <a:ext cx="4838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b="1" lang="en-US" sz="2000"/>
              <a:t>USE CASES:</a:t>
            </a:r>
            <a:endParaRPr b="1" sz="2000"/>
          </a:p>
        </p:txBody>
      </p:sp>
      <p:sp>
        <p:nvSpPr>
          <p:cNvPr id="230" name="Google Shape;230;p17"/>
          <p:cNvSpPr txBox="1"/>
          <p:nvPr>
            <p:ph idx="1" type="body"/>
          </p:nvPr>
        </p:nvSpPr>
        <p:spPr>
          <a:xfrm>
            <a:off x="85525" y="2040500"/>
            <a:ext cx="5564700" cy="4324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/>
              <a:t>Problem reporting and crowdsourcing:-</a:t>
            </a:r>
            <a:r>
              <a:rPr lang="en-US"/>
              <a:t> Users can easily report and submit their water-related issues(floods,drainage problems,quality of water etc.)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/>
              <a:t>Real-Time mapping:-</a:t>
            </a:r>
            <a:r>
              <a:rPr lang="en-US"/>
              <a:t> Users or the community head get to identify the location from the map provided in the app with ease of use.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/>
              <a:t>Data Visualization and Integration:- </a:t>
            </a:r>
            <a:r>
              <a:rPr lang="en-US"/>
              <a:t>The app integrates data from sources like photos or text messages provided by the user for better understanding.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/>
              <a:t>Crisis management:-</a:t>
            </a:r>
            <a:r>
              <a:rPr lang="en-US"/>
              <a:t> Not only community head corporations but also emergency responders(rescue teams) can use the app and react accordingly in case of emergencies(ex :Floods).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/>
              <a:t>Community engagement:-</a:t>
            </a:r>
            <a:r>
              <a:rPr lang="en-US"/>
              <a:t> Users can identify problems and have analysis from the app.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⮚"/>
            </a:pPr>
            <a:r>
              <a:rPr b="1" lang="en-US"/>
              <a:t>Geofencing:-</a:t>
            </a:r>
            <a:r>
              <a:rPr lang="en-US"/>
              <a:t> Alert messages and measures for precautions to be taken can be sent by the app as notifications, to the user in a particular community.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"/>
          <p:cNvSpPr txBox="1"/>
          <p:nvPr>
            <p:ph idx="12" type="sldNum"/>
          </p:nvPr>
        </p:nvSpPr>
        <p:spPr>
          <a:xfrm>
            <a:off x="597775" y="6596970"/>
            <a:ext cx="523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6066300" y="170500"/>
            <a:ext cx="3192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lang="en-US" sz="20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SHOW STOPPER:</a:t>
            </a:r>
            <a:endParaRPr b="1" i="0" sz="2000" u="none" cap="none" strike="noStrike">
              <a:solidFill>
                <a:schemeClr val="lt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6066300" y="752600"/>
            <a:ext cx="3932100" cy="340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Heatmaps :- 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Helps in easy identification of categorised problems in 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particular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area through different marks and colors.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Computer vision &amp; Deep learning(CNN):- 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used to detect the problem raised by the user and categorize them.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⮚"/>
            </a:pP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DataBase integration :- 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Enhances Scalability, Security of the App.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⮚"/>
            </a:pP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event notification:-</a:t>
            </a: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pushes the information for problem solving.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Franklin"/>
              <a:buChar char="⮚"/>
            </a:pPr>
            <a:r>
              <a:rPr b="1"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Geo-Fencing :-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Cautions people through 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notification</a:t>
            </a:r>
            <a:r>
              <a:rPr lang="en-US"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if a disaster have arrived.</a:t>
            </a:r>
            <a:endParaRPr sz="16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4" name="Google Shape;234;p17"/>
          <p:cNvSpPr txBox="1"/>
          <p:nvPr/>
        </p:nvSpPr>
        <p:spPr>
          <a:xfrm>
            <a:off x="6362175" y="4342875"/>
            <a:ext cx="27438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b="1" lang="en-US" sz="20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BUSINESS POTENTIAL</a:t>
            </a:r>
            <a:r>
              <a:rPr b="1" lang="en-US" sz="20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:</a:t>
            </a:r>
            <a:endParaRPr b="1" i="0" sz="2000" u="none" cap="none" strike="noStrike">
              <a:solidFill>
                <a:schemeClr val="lt2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235" name="Google Shape;235;p17"/>
          <p:cNvSpPr txBox="1"/>
          <p:nvPr/>
        </p:nvSpPr>
        <p:spPr>
          <a:xfrm>
            <a:off x="6144225" y="4756625"/>
            <a:ext cx="3774600" cy="17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5905500" y="4756625"/>
            <a:ext cx="4170900" cy="17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ibre Franklin"/>
                <a:ea typeface="Libre Franklin"/>
                <a:cs typeface="Libre Franklin"/>
                <a:sym typeface="Libre Franklin"/>
              </a:rPr>
              <a:t>Provide data analytics services to businesses, research institutions, and nonprofits interested in water-related issues. They could use the data collected by the app for research, urban planning, environmental impact assessments, and more.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10217500" y="3282950"/>
            <a:ext cx="1734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https://drive.google.com/file/d/1ElGAG1QhV7E60jdfoGrnvgfmEon5SLp8/view?usp=sharing</a:t>
            </a:r>
            <a:endParaRPr/>
          </a:p>
        </p:txBody>
      </p:sp>
      <p:pic>
        <p:nvPicPr>
          <p:cNvPr id="238" name="Google Shape;23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0400" y="1166450"/>
            <a:ext cx="1888800" cy="188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7"/>
          <p:cNvSpPr txBox="1"/>
          <p:nvPr/>
        </p:nvSpPr>
        <p:spPr>
          <a:xfrm>
            <a:off x="10217500" y="646950"/>
            <a:ext cx="17346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PROTOTYPE</a:t>
            </a:r>
            <a:endParaRPr b="1" sz="1800">
              <a:solidFill>
                <a:schemeClr val="lt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 txBox="1"/>
          <p:nvPr>
            <p:ph type="title"/>
          </p:nvPr>
        </p:nvSpPr>
        <p:spPr>
          <a:xfrm>
            <a:off x="964023" y="879063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/>
              <a:t>Team Member Details </a:t>
            </a:r>
            <a:endParaRPr/>
          </a:p>
        </p:txBody>
      </p:sp>
      <p:sp>
        <p:nvSpPr>
          <p:cNvPr id="245" name="Google Shape;245;p18"/>
          <p:cNvSpPr txBox="1"/>
          <p:nvPr>
            <p:ph idx="1" type="body"/>
          </p:nvPr>
        </p:nvSpPr>
        <p:spPr>
          <a:xfrm>
            <a:off x="964023" y="2062099"/>
            <a:ext cx="11145119" cy="4720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Leader Name: Lanke Nikhila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:Btech				 Stream :CSE				Year : III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1 Name: Jampani L N K Surya Sri Charan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:Btech				Stream :CSE					Year : III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2 Name: Govada Nikhil Vardhan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:Btech				Stream :CSE					Year : III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3 Name: </a:t>
            </a:r>
            <a:r>
              <a:rPr b="1" lang="en-US" sz="1200">
                <a:solidFill>
                  <a:srgbClr val="5D7C3F"/>
                </a:solidFill>
              </a:rPr>
              <a:t>Thumu</a:t>
            </a:r>
            <a:r>
              <a:rPr b="1" lang="en-US" sz="1200">
                <a:solidFill>
                  <a:srgbClr val="5D7C3F"/>
                </a:solidFill>
              </a:rPr>
              <a:t> Ram Praveen Reddy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:Btech				Stream :CSE					Year : III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4 Name: Bommana  Phani Praharsha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:Btech				Stream :CSE					Year : III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1200"/>
              <a:buNone/>
            </a:pPr>
            <a:r>
              <a:rPr b="1" lang="en-US" sz="1200">
                <a:solidFill>
                  <a:srgbClr val="5D7C3F"/>
                </a:solidFill>
              </a:rPr>
              <a:t>Team Member 5 Name: Saladi Amrutha Naga Venkata Sai Lakshmi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Branch :Btech				Stream :CSE					Year : III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b="1" lang="en-US" sz="1200">
                <a:solidFill>
                  <a:srgbClr val="804160"/>
                </a:solidFill>
              </a:rPr>
              <a:t>Team Mentor 1 Name: </a:t>
            </a:r>
            <a:r>
              <a:rPr b="1" lang="en-US" sz="1150">
                <a:solidFill>
                  <a:srgbClr val="804160"/>
                </a:solidFill>
                <a:highlight>
                  <a:srgbClr val="FFFFFF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Mr. N. Krishna Santosh</a:t>
            </a:r>
            <a:endParaRPr>
              <a:solidFill>
                <a:srgbClr val="80416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Category :</a:t>
            </a:r>
            <a:r>
              <a:rPr lang="en-US" sz="1200"/>
              <a:t>A</a:t>
            </a:r>
            <a:r>
              <a:rPr lang="en-US" sz="1200"/>
              <a:t>cademic			Expertise: AI&amp;ML				Domain Experience (in years):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4160"/>
              </a:buClr>
              <a:buSzPts val="1200"/>
              <a:buNone/>
            </a:pPr>
            <a:r>
              <a:rPr b="1" lang="en-US" sz="1200">
                <a:solidFill>
                  <a:srgbClr val="804160"/>
                </a:solidFill>
              </a:rPr>
              <a:t>Team Mentor 2 Name: Type Your Name Here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Category :Academic			Expertise: Web programming		Domain Experience (in years):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